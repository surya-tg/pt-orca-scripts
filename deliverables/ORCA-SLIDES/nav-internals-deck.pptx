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Georgia"/>
              </a:rPr>
              <a:t>ORC NAV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CFE2F3"/>
                </a:solidFill>
                <a:latin typeface="Georgia"/>
              </a:rPr>
              <a:t>Internals — how domains, navigation, and project lifecycle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FE2F3"/>
                </a:solidFill>
                <a:latin typeface="Calibri"/>
              </a:rPr>
              <a:t>2026-04-27  ·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DDDDDD"/>
                </a:solidFill>
                <a:latin typeface="Calibri"/>
              </a:rPr>
              <a:t>•  Part 1 — Domains and indexes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DDDDDD"/>
                </a:solidFill>
                <a:latin typeface="Calibri"/>
              </a:rPr>
              <a:t>•  Part 2 — Navigation and context savings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DDDDDD"/>
                </a:solidFill>
                <a:latin typeface="Calibri"/>
              </a:rPr>
              <a:t>•  Part 3 — Project lifecycle 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21295C"/>
                </a:solidFill>
                <a:latin typeface="Calibri"/>
              </a:rPr>
              <a:t>•  Part 1 — Domains and indexes  (slides 3–7)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        — What a domain is · domain index structure · navigation chain · index maintenance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21295C"/>
                </a:solidFill>
                <a:latin typeface="Calibri"/>
              </a:rPr>
              <a:t>•  Part 2 — Navigation and context savings  (slides 8–12)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        — Indexed file anatomy · read-order protocol · miss taxonomy · context savings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21295C"/>
                </a:solidFill>
                <a:latin typeface="Calibri"/>
              </a:rPr>
              <a:t>•  Part 3 — Project lifecycle flows  (slides 13–18)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        — Lifecycle overview · rigid gates · flexible between gates · session example · release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25312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18 slides  ·  technical reference  ·  see _EXEC for condensed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 NAV — internals  ·  2026-04-27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880360"/>
            <a:ext cx="640080" cy="640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FE2F3"/>
                </a:solidFill>
                <a:latin typeface="Calibri"/>
              </a:rPr>
              <a:t>Part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Domains and indexes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CFE2F3"/>
                </a:solidFill>
                <a:latin typeface="Calibri"/>
              </a:rPr>
              <a:t>Domain model · Index structure · Navigation chain · Maintenance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domain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A domain is a directory scope with a shared index — files navigate relative to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What makes a 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Directory layout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9344"/>
            <a:ext cx="5623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Domain index file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        — e.g. AUDIT-ORC-INDEX.md — canonical registry for all files in the scope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L2 header in every file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        — Points back to the domain index: &lt;!-- L2 NAV:v1 → ../AUDIT-ORC-INDEX.md --&gt;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NAV-MAIN-INDEX.md at repo root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        — Cross-domain registry — one row per domain, links to each domain index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Domain ≠ repo root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        — A repo can have multiple domains; a single directory is one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9344"/>
            <a:ext cx="539496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NAV-MAIN-INDEX.md          ← root cross-domain registry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│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└── audit-orc/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   ├── AUDIT-ORC-INDEX.md ← domain index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   ├── .in/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   │   └── *_beacon.md    [L2 → ../AUDIT-ORC-INDEX.md]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   └── .work/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       └── PROJ/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           └── PROJ_NEXT.md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               [L2 → ../../AUDIT-ORC-INDEX.md]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486400"/>
            <a:ext cx="11430000" cy="658368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59552"/>
            <a:ext cx="110642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065A82"/>
                </a:solidFill>
                <a:latin typeface="Calibri"/>
              </a:rPr>
              <a:t>Rule: every L2 pointer is a relative path — verified by orc-nav-reindex.py at index time. A broken or missing L2 means the file is outside the nav graph.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 NAV — internals  ·  2026-04-27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Domain index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What lives in a domain index and what the skill reads from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Example domain index entry (AUDIT-ORC-INDEX.md):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36192"/>
            <a:ext cx="11430000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### .in/ORCA-SLIDES_beacon.md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MRK:ORCA_SLIDES_BEACON — ORCA-SLIDES project beacon | orca,slides,beacon,project | L8-28 --&gt;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### .work/ORCA-SLIDES/ORCA-SLIDES_NEXT.md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MRK:STATUS_PROJECT  — Project                  | status,project,slug,goal | L15-27 --&gt;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MRK:STATUS_PLAN     — Execution plan            | status,plan,phases      | L64-95 --&gt;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MRK:STATUS_LOG      — Progress log              | status,log,progress     | L96-113 --&gt;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MRK:STATUS_AAP      — Pending AAP items         | status,aap,pending      | L114-122 --&gt;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MRK:STATUS_NEXT     — Next step + release cond  | status,next,step        | L123-132 --&gt;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00507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404164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What each entry provides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400507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404164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What the skill uses it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34840"/>
            <a:ext cx="5623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File path (relative to domain root)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Top-level MRK anchors + keywords + line ranges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Preview of what each file contains without reading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43484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Cross-file routing — is the info I need in file A or B?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Skip reading the file's own TOC when domain entry suffices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Detect new or removed files (orc-nav-reindex.py index)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 NAV — internals  ·  2026-04-27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navigation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Six steps from query to bytes — index escalation before grep, every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57784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16152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  File header  (lines 1–2)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5394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L1 confirms NAV:v1 · L2 gives domain index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65376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557784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057400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  Domain index 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414016"/>
            <a:ext cx="5394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Locates file · previews top-level MRKs for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706624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52928"/>
            <a:ext cx="5577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898648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3  MRK:NAV_TOC  (mandatory)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255264"/>
            <a:ext cx="5394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Keyword match → returns L_start and L_end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54787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94176"/>
            <a:ext cx="5577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739896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4  Precise range 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096512"/>
            <a:ext cx="5394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Read(file, offset=L_start, limit=L_end−L_start+1)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On TOC miss: try keyword expansion first (stems, aliases)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389120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35424"/>
            <a:ext cx="557784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581144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5  Index escalation  (on miss)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937760"/>
            <a:ext cx="5394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classify search-miss → re-scan domain index → MAIN-INDEX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candidate found → re-enter step 3 on that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2303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76672"/>
            <a:ext cx="557784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422392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6  Grep / declare miss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779008"/>
            <a:ext cx="5394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Grep only if steps 5b+5c both fail · hit+no anchor → content-gap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no hit → cross-file-miss, surface to operator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170432"/>
            <a:ext cx="5486400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261872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The one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664208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03030"/>
                </a:solidFill>
                <a:latin typeface="Calibri"/>
              </a:rPr>
              <a:t>NEVER bulk-read a NAV:v1 file.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011680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Bulk-read = opening the file without consulting its NAV_TOC first. It bypasses the structural map, wastes context, and ignores NAV-RULE constraints.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730752"/>
            <a:ext cx="5486400" cy="12618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# correct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Read(nav_core.md, offset=52, limit=33)  # L52-84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# wrong — reads 446 lines, ignores structure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Read(nav_core.md)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120640"/>
            <a:ext cx="5486400" cy="5669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212080"/>
            <a:ext cx="5212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Tail sentinels: L2 then L1 mirror at file end — so tail -2 also orients you.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 NAV — internals  ·  2026-04-27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Index maintenance — orc-nav-reindex.py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The tool that keeps line ranges, hashes, and indexes trustworthy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70432"/>
          <a:ext cx="71323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</a:tblGrid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to run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reindex &lt;file&gt;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Re-scan anchors, update L-ranges + integrity hash in NAV_TOC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After any MRK add, rename, remove, or section edit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Rebuild domain index from all files in scope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After any file is added, removed, or renamed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verify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Read-only integrity check — hash compare, range sanity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Before every commit (hard gate)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main-index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Rebuild NAV-MAIN-INDEX.md across all domains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After index (O-1 rule — always pair with index)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migrate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Upgrade legacy files to NAV:v1 header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One-time on project import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818120" y="1170432"/>
            <a:ext cx="4114800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261872"/>
            <a:ext cx="37490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664208"/>
            <a:ext cx="374903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L-ranges drift after any edit — reindex corrects them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Integrity hash changes if content edited outside reindex — verify catches it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Stale hash = skill cannot trust cached ranges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Domain index drift = cross-file routing silently misroutes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The tool is additive-only — it never rewrites prose or YAML frontmatter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434840"/>
            <a:ext cx="11430000" cy="493776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07992"/>
            <a:ext cx="11064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Pre-commit pipeline (mandatory):  reindex → index → main-index → verify → git 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047488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NAV-RULE lines survive reindex unchanged — the tool's anchor regex does not match NAV-RULE comments.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40680"/>
            <a:ext cx="11430000" cy="7132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## MRK:STATUS_LOG — Progress log | status,log,progress | L96-113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NAV-RULE: propose-before-edit --&gt;          ← survives reindex, line ranges update around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 NAV — internals  ·  2026-04-27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880360"/>
            <a:ext cx="640080" cy="640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FE2F3"/>
                </a:solidFill>
                <a:latin typeface="Calibri"/>
              </a:rPr>
              <a:t>Part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Navigation and 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CFE2F3"/>
                </a:solidFill>
                <a:latin typeface="Calibri"/>
              </a:rPr>
              <a:t>Indexed file anatomy · Read-order protocol · Miss taxonomy · Context savings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Indexed file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Every NAV:v1 file is self-navigating from both 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7040880" cy="3246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L1 ORC-NAV — read MRK:NAV_TOC first; fetch MRK ranges precisely --&gt;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L2 NAV:v1 → ../AUDIT-ORC-INDEX.md --&gt;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MRK:NAVSKILL_NAV_TOC — Section index | nav,toc,index | L9-23 --&gt;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- MRK:NAVSKILL_READORDER — Read-order protocol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    | readorder,read,order,protocol | L52-84 --&gt;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- MRK:NAVSKILL_EDITPROTO — Edit protocol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    | editproto,edit,protocol,anchor | L85-108 --&gt;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- MRK:NAVSKILL_NAVRULE  — NAV-RULE syntax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    | navrule,nav,rule,syntax | L109-180 --&gt;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NAV-LEN: 12 entries | Integrity-hash: 6f2b13b4384bbe64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    Last-indexed: 2026-04-27T06:09:13Z --&gt;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... (body) ...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L2 NAV:v1 → ../AUDIT-ORC-INDEX.md --&gt;  ← tail mirror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L1 ORC-NAV — read MRK:NAV_TOC first --&gt;  ← tail mirror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06640" y="1170432"/>
          <a:ext cx="4572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L1 / L2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Orientation + domain index pointer · read first, every time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MRK:TAG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Unique anchor ID (PREFIX_SECTION pattern)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Human-readable section name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keywords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Comma-separated · used for TOC keyword lookup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L&lt;start&gt;-&lt;end&gt;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Exact line range · input to precise Read() call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NAV-LEN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Total anchor count in this file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Integrity-hash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Content hash · changes if file edited outside reindex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Last-indexed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ISO timestamp of last reindex run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Tail sentinels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L2 then L1 at file end · tail -2 also orients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 NAV — internals  ·  2026-04-27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Read-order protocol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The mandatory sequence before touching any section of a NAV:v1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4572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70432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Header  (lines 1–2)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5303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Establish orientation. L1 = v1 confirmed. L2 = domain index path.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9424"/>
            <a:ext cx="4572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4942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49424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Domain index  (if needed)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615184"/>
            <a:ext cx="5303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Use when cross-file routing is unclear. Provides file list + top MRKs.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28416"/>
            <a:ext cx="4572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3284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328416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MRK:NAV_TOC  (mandatory)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94176"/>
            <a:ext cx="5303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Match query keywords to TOC entries. Get L_start and L_end.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TOC anchor ending in | ⚠ token → read NAV-RULE before touching.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07408"/>
            <a:ext cx="4572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4074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407408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Precise range 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773168"/>
            <a:ext cx="5303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Read(file, offset=L_start, limit=L_end − L_start + 1). No default line count.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On TOC miss: try keyword expansion first — stems, aliases, related terms. One attempt.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86400"/>
            <a:ext cx="4572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486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486400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Index escalation  (on miss)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852160"/>
            <a:ext cx="5303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classify search-miss → re-scan domain index for keyword match → re-enter step 3.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Still no match → MAIN-INDEX cross-domain routing → candidate file's TOC.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Grep only if domain index + MAIN-INDEX both fail. Hit with no anchor → content-gap.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No hit → cross-file-miss, surface to operator. Never bulk-read.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170432"/>
            <a:ext cx="5486400" cy="4023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261872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NAV-RULE tokens you may encounter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92240" y="1664208"/>
          <a:ext cx="54864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Token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Constraint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propose-before-edit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Hard stop — state change + wait for explicit yes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no-edit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Locked — zero edits, surface to user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read-toc-first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Fetch full NAV_TOC before any edit in this section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no-insert-before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Nothing above this anchor line — displaces all ranges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no-insert-after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Nothing in this section's tail gap — structural boundary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same-commit:&lt;file&gt;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Changes here must commit atomically with named file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insert-here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Designated safe drop point for this content type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6492240" y="5321808"/>
            <a:ext cx="5486400" cy="475488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5394960"/>
            <a:ext cx="5212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NAV-RULE is a hard constraint, not a hint. Read it on arrival. Obey every token.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 NAV — internals  ·  2026-04-27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Miss taxonomy — four ways navigation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Classify inline, surface to the operator, log to session_lessons_log.md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70432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Cause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Fix direction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anchor-miss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TOC had the tag; range didn't contain the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Anchor title/keywords misleading, or section moved since last reindex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Re-run reindex; update anchor title or keywords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content-gap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Info is in the file but no anchor points to 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Section was added without adding an MRK anchor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Add MRK anchor to section; reindex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search-miss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No TOC keyword matched the query at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Missing keywords on an existing anchor, or anchor missing entirely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Add keyword to existing anchor, or add new anchor; reindex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cross-file-miss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Expected info in file A; it was actually in file 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Domain index routing needs refinement or cross-reference is absent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Add cross-reference in domain index; improve routing keywords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956048"/>
            <a:ext cx="114300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1064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065A82"/>
                </a:solidFill>
                <a:latin typeface="Calibri"/>
              </a:rPr>
              <a:t>Inline response pattern:  "I looked in MRK:TAG for [query] and didn't find it — do you know which anchor has it? Otherwise I'll grep."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14416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Proactive marking (offer at task-end, not during work):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UNMRKD file → "No anchors yet — want me to propose MRK + NAV-RULE for each section?"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Anchor missing NAV-RULE but placement rules fire → stamp suggestion; wait for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 NAV — internals  ·  2026-04-27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Context savings — what indexed navigation buys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R / W / S metrics tracked per session by nav_ext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Concrete example — nav_core.md (446 lines)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Typical session  (10+ files)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9344"/>
            <a:ext cx="562356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609344"/>
          <a:ext cx="5623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Lines read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Savings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Bulk read (whole file)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446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NAV read  (20L TOC + 33L section)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53 lines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88 %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NAV read  (20L TOC + 2 sections)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86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81 %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3986784"/>
            <a:ext cx="5623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Skill files typically 300–600 lines. Project files 100–250.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07408"/>
            <a:ext cx="5623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10–15× context savings per session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        — Allows large engagements to stay within context budget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Sessions that stay sharp for hours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        — Indexed navigation avoids the context wall that degrades raw AI sessions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1609344"/>
          <a:ext cx="5394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4267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Bulk reads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NAV reads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Files touched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Avg lines/file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400 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400 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Lines actually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4 000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~350 L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Context consumed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~320 KB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~28 KB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91 %  (11×)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0" y="4297680"/>
            <a:ext cx="5394960" cy="1280160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389120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nav_ext R / W / S metrics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0" y="4773168"/>
          <a:ext cx="539496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3314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Counter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Tracks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Bytes read via precise-range fetches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Bytes written this session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Savings estimate vs. non-nav baseline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 NAV — internals  ·  2026-04-27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880360"/>
            <a:ext cx="640080" cy="640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FE2F3"/>
                </a:solidFill>
                <a:latin typeface="Calibri"/>
              </a:rPr>
              <a:t>Part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Project lifecycle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CFE2F3"/>
                </a:solidFill>
                <a:latin typeface="Calibri"/>
              </a:rPr>
              <a:t>Overview · Rigid gates · Between gates · Session example · Release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Project lifecycle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From create to close — with side paths for pause, handover, and NLC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38528"/>
            <a:ext cx="1993392" cy="7498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10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8105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CFE2F3"/>
                </a:solidFill>
                <a:latin typeface="Calibri"/>
              </a:rPr>
              <a:t>beacon + NEXT</a:t>
            </a:r>
          </a:p>
          <a:p>
            <a:pPr algn="l"/>
            <a:r>
              <a:rPr sz="1000" b="0" i="1">
                <a:solidFill>
                  <a:srgbClr val="CFE2F3"/>
                </a:solidFill>
                <a:latin typeface="Calibri"/>
              </a:rPr>
              <a:t>session-lock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2121408"/>
            <a:ext cx="320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7293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938528"/>
            <a:ext cx="1993392" cy="7498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1810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40864"/>
            <a:ext cx="18105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CFE2F3"/>
                </a:solidFill>
                <a:latin typeface="Calibri"/>
              </a:rPr>
              <a:t>log · tasks</a:t>
            </a:r>
          </a:p>
          <a:p>
            <a:pPr algn="l"/>
            <a:r>
              <a:rPr sz="1000" b="0" i="1">
                <a:solidFill>
                  <a:srgbClr val="CFE2F3"/>
                </a:solidFill>
                <a:latin typeface="Calibri"/>
              </a:rPr>
              <a:t>ctx_notes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21408"/>
            <a:ext cx="320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7293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938528"/>
            <a:ext cx="1993392" cy="7498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011680"/>
            <a:ext cx="1810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OFFLOAD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40864"/>
            <a:ext cx="18105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CFE2F3"/>
                </a:solidFill>
                <a:latin typeface="Calibri"/>
              </a:rPr>
              <a:t>ctx_notes write</a:t>
            </a:r>
          </a:p>
          <a:p>
            <a:pPr algn="l"/>
            <a:r>
              <a:rPr sz="1000" b="0" i="1">
                <a:solidFill>
                  <a:srgbClr val="CFE2F3"/>
                </a:solidFill>
                <a:latin typeface="Calibri"/>
              </a:rPr>
              <a:t>lock released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121408"/>
            <a:ext cx="320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7293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938528"/>
            <a:ext cx="1993392" cy="749808"/>
          </a:xfrm>
          <a:prstGeom prst="rect">
            <a:avLst/>
          </a:prstGeom>
          <a:solidFill>
            <a:srgbClr val="1E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011680"/>
            <a:ext cx="1810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340864"/>
            <a:ext cx="18105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CFE2F3"/>
                </a:solidFill>
                <a:latin typeface="Calibri"/>
              </a:rPr>
              <a:t>deliverables → .in/</a:t>
            </a:r>
          </a:p>
          <a:p>
            <a:pPr algn="l"/>
            <a:r>
              <a:rPr sz="1000" b="0" i="1">
                <a:solidFill>
                  <a:srgbClr val="CFE2F3"/>
                </a:solidFill>
                <a:latin typeface="Calibri"/>
              </a:rPr>
              <a:t>AAP → action-plan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2121408"/>
            <a:ext cx="320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7293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938528"/>
            <a:ext cx="1993392" cy="749808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011680"/>
            <a:ext cx="1810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340864"/>
            <a:ext cx="18105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CFE2F3"/>
                </a:solidFill>
                <a:latin typeface="Calibri"/>
              </a:rPr>
              <a:t>NEXT + beacon</a:t>
            </a:r>
          </a:p>
          <a:p>
            <a:pPr algn="l"/>
            <a:r>
              <a:rPr sz="1000" b="0" i="1">
                <a:solidFill>
                  <a:srgbClr val="CFE2F3"/>
                </a:solidFill>
                <a:latin typeface="Calibri"/>
              </a:rPr>
              <a:t>→ .done/ archive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1481328"/>
            <a:ext cx="3200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← repeats: SESSION → OFFLOAD → SESSION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926080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Side paths: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91840"/>
            <a:ext cx="1993392" cy="56692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364992"/>
            <a:ext cx="1828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PAUSE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364992"/>
            <a:ext cx="27432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→ status: paused · lock cleared · hidden from listing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→ RESUME: lock set again · status: active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968496"/>
            <a:ext cx="1993392" cy="566928"/>
          </a:xfrm>
          <a:prstGeom prst="rect">
            <a:avLst/>
          </a:prstGeom>
          <a:solidFill>
            <a:srgbClr val="A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041648"/>
            <a:ext cx="1828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NLC AUTO-DUMP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041648"/>
            <a:ext cx="68580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→ context pressure detected → ctx_notes auto-written → .in/NLC-PROJ_&lt;ts&gt;.md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→ sentinel: =near lost context=  (no NAV header — emergency artifact only)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645152"/>
            <a:ext cx="1993392" cy="5669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718304"/>
            <a:ext cx="1828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HANDOVER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718304"/>
            <a:ext cx="8686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→ handover doc written → target inbox → source status: handover-pending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→ target project receives [UNREAD] in beacon · source may continue, pause, or close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376672"/>
            <a:ext cx="1143000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449824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1295C"/>
                </a:solidFill>
                <a:latin typeface="Calibri"/>
              </a:rPr>
              <a:t>Beacon is the canonical project pointer (git-tracked). NEXT holds full state (gitignored). ctx_notes is always overwritten — never appended.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 NAV — internals  ·  2026-04-27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Rigid gates — what cannot be bypassed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Hard stops enforced by the skill — not suggestions, not negotiable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70432"/>
          <a:ext cx="114300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Trigger condition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Session-lock &lt; 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Resuming a project whose lock is &lt; 4 hours 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Warn: another session may be active. Require explicit (c)ontinue before overwriting lock.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Session-lock ≥ 4h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Lock is stale (≥ 4 hours old)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Auto-clear: log 'session-lock expired, clearing'. Proceed. No prompt.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Inbox cap  (5/5)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Target inbox already has 5 unread 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Block delivery. Sender receives: '⚠ inbox full — target must ack first'.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NAV-RULE: propose-before-edit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Any edit attempt on a section with this rule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HARD STOP. Zero edits made. State file + MRK + change + why. Wait for yes.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NAV-RULE: no-edit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Any edit attempt on a locked 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LOCKED. Not now. Not ever without explicit user approval. Non-negotiable.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Pre-commit: verify fails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orc-nav-reindex.py verify reports hash mismatch or range error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Commit blocked. Fix reindex drift before proceeding.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Same-commit 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File has NAV-RULE: same-commit:&lt;other-file&gt;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Must commit both files atomically. Partial commit refused.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Release trigger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Deliverables ready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Never auto-releases. Requires explicit operator 'release' / 'ship' / 'commit'.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Close pre-flight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nav project close on unreleased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Warn: no release or handover recorded. Require --force or add handover first.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 NAV — internals  ·  2026-04-27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Flexible between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What operators control freely within and between sessions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Free within any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Free across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9344"/>
            <a:ext cx="5623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nav project log: &lt;note&gt;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Append any time — no gate, NEXT flushes automatically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tsk add / tsk done / tsk blocked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Task board updates in any order, any count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Custom shortcuts and commands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Define and invoke mid-session; take effect immediately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Session offload timing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Multiple offloads per session — ctx_notes overwrites each time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Which skills to load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Lazy loading is fine; load companions when you need them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Phase order within a session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No forced linear progression within an engagement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ctx_notes content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Operator-authored — no required schema beyond 5 section headings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9344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Resume order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Resume any project in any order — no forced sequence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Which context to load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STATUS_LOAD is a suggestion; each item loaded on demand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Task priority and focus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Tasks board is reference only — operator decides what to work 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Log verbosity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One word or a paragraph — no format enforced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Handover timing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Handover any time during active lifecycle — not a terminal event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Skip and come back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Partial sessions are fine — offload preserves whatever you have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596128"/>
            <a:ext cx="114300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11064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1295C"/>
                </a:solidFill>
                <a:latin typeface="Calibri"/>
              </a:rPr>
              <a:t>The pattern: rigid gates protect structural integrity and authorization. Between gates, the operator owns the workflow entirely. Methodology is enforced at the boundary, not in the middle.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 NAV — internals  ·  2026-04-27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Session flow — annotated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Create through offload — showing where rigid gates and flexibility apply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Commands and events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Gate / flexibility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9344"/>
            <a:ext cx="5577840" cy="5074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/nav_ext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nav project: tg-infratest-q2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 → .in/tg-infratest-q2_beacon.md created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nav project log: session 1 — env setup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tsk add: enumerate SMB shares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tsk done: 1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[context pressure detected]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 → .in/NLC-tg-infratest-q2_&lt;ts&gt;.md written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nav project log: phase 2 complete, 14 hosts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nav project offload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 → ctx_notes.md overwritten (always current)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 → session-lock cleared in beacon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 → SESSION-&lt;ts&gt;.md written to .in/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9344"/>
            <a:ext cx="5577840" cy="507492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flexible — lazy load, any time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RIGID — checks existing .work/; writes beacon + NEXT; sets session-lock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 ← lock field: 2026-04-27T09:00:00Z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flexible — any text, NEXT auto-flushes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flexible — any order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flexible — no approval needed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RIGID — NLC auto-dump, cannot skip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 ← sentinel: =near lost context=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flexible — appended, NEXT flushes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flexible — timing is operator's choice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 ← previous ctx_notes discarded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RIGID — lock must clear on offload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 ← immutable audit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 NAV — internals  ·  2026-04-27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Release flow — annotated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From operator trigger to atomic commit — rigid sequence with operator-controlled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Gate / flexibility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9344"/>
            <a:ext cx="5577840" cy="5074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operator: "release"  (or "ship" / "commit")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Claude surfaces deliverables + STATUS_AAP items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operator reviews / requests changes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operator approves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copy files → .in/ with timestamps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append STATUS_AAP → action-plan.md MRK:INPROG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update beacon: status=released, deliverables: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nav_commit pipeline: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 reindex → index → main-index → verify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 git commit (atomic — all files together)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NEXT stays in .work/ (gitignored)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beacon updated to status: released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9344"/>
            <a:ext cx="5577840" cy="507492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RIGID — explicit trigger; no auto-release ever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flexible — operator can request changes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flexible — iterate freely before approving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RIGID — explicit approval before any copy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RIGID — exact path format: &lt;slug&gt;-v2.1-&lt;ts&gt;.&lt;ext&gt;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RIGID — same-commit constraint; cannot split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RIGID — same-commit constraint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RIGID — all 4 steps must pass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 ← verify failure blocks commit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RIGID — no partial commit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RIGID — never committed to history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1295C"/>
                </a:solidFill>
                <a:latin typeface="Consolas"/>
              </a:rPr>
              <a:t>  ← git-tracked; canonical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 NAV — internals  ·  2026-04-27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